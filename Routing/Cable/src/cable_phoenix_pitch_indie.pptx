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Cable &amp; Phoenix: A Timeline Reforged</a:t>
            </a:r>
          </a:p>
          <a:p/>
          <a:p>
            <a:r>
              <a:t>Indie Showcase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roguelike of looping timelines and controlled cosmic power.</a:t>
            </a:r>
          </a:p>
          <a:p/>
          <a:p>
            <a:r>
              <a:t>Alternate between Cable (restraint) and Phoenix (overwhelm).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Timeline → Play Cable → Shift to Phoenix → Resolve Timeline → Progress</a:t>
            </a:r>
          </a:p>
          <a:p/>
          <a:p>
            <a:r>
              <a:t>Failure teaches. Success reshapes reality.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Cable Gameplay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Resource-constrained tactical survival.</a:t>
            </a:r>
          </a:p>
          <a:p/>
          <a:p>
            <a:r>
              <a:t>Every power comes at the cost of increasing Viral Pressure.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Phoenix Gameplay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Overwhelming cosmic strength with stability decay.</a:t>
            </a:r>
          </a:p>
          <a:p/>
          <a:p>
            <a:r>
              <a:t>The challenge is not power. It is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Hope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 progression carried across runs.</a:t>
            </a:r>
          </a:p>
          <a:p/>
          <a:p>
            <a:r>
              <a:t>Hope Signals unlock permanent upgrades in the shared lineage tree.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Emotional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 and restraint define identity.</a:t>
            </a:r>
          </a:p>
          <a:p/>
          <a:p>
            <a:r>
              <a:t>You feel Cable’s struggle and Phoenix’s burden.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run shapes the future of mutantkind.</a:t>
            </a:r>
          </a:p>
          <a:p/>
          <a:p>
            <a:r>
              <a:t>Power is earned. Futures are built.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